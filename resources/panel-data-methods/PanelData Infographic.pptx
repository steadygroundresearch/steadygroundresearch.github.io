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Lst>
  <p:sldIdLst>
    <p:sldId id="256" r:id="rId2"/>
  </p:sldIdLst>
  <p:sldSz cx="12188825" cy="1828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7"/>
    <p:restoredTop sz="94643"/>
  </p:normalViewPr>
  <p:slideViewPr>
    <p:cSldViewPr snapToGrid="0">
      <p:cViewPr>
        <p:scale>
          <a:sx n="55" d="100"/>
          <a:sy n="55" d="100"/>
        </p:scale>
        <p:origin x="2552"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162" y="2992968"/>
            <a:ext cx="10360501" cy="6366933"/>
          </a:xfrm>
        </p:spPr>
        <p:txBody>
          <a:bodyPr anchor="b"/>
          <a:lstStyle>
            <a:lvl1pPr algn="ctr">
              <a:defRPr sz="7998"/>
            </a:lvl1pPr>
          </a:lstStyle>
          <a:p>
            <a:r>
              <a:rPr lang="en-US"/>
              <a:t>Click to edit Master title style</a:t>
            </a:r>
            <a:endParaRPr lang="en-US" dirty="0"/>
          </a:p>
        </p:txBody>
      </p:sp>
      <p:sp>
        <p:nvSpPr>
          <p:cNvPr id="3" name="Subtitle 2"/>
          <p:cNvSpPr>
            <a:spLocks noGrp="1"/>
          </p:cNvSpPr>
          <p:nvPr>
            <p:ph type="subTitle" idx="1"/>
          </p:nvPr>
        </p:nvSpPr>
        <p:spPr>
          <a:xfrm>
            <a:off x="1523603" y="9605435"/>
            <a:ext cx="9141619" cy="4415365"/>
          </a:xfrm>
        </p:spPr>
        <p:txBody>
          <a:bodyPr/>
          <a:lstStyle>
            <a:lvl1pPr marL="0" indent="0" algn="ctr">
              <a:buNone/>
              <a:defRPr sz="3199"/>
            </a:lvl1pPr>
            <a:lvl2pPr marL="609448" indent="0" algn="ctr">
              <a:buNone/>
              <a:defRPr sz="2666"/>
            </a:lvl2pPr>
            <a:lvl3pPr marL="1218895" indent="0" algn="ctr">
              <a:buNone/>
              <a:defRPr sz="2399"/>
            </a:lvl3pPr>
            <a:lvl4pPr marL="1828343" indent="0" algn="ctr">
              <a:buNone/>
              <a:defRPr sz="2133"/>
            </a:lvl4pPr>
            <a:lvl5pPr marL="2437790" indent="0" algn="ctr">
              <a:buNone/>
              <a:defRPr sz="2133"/>
            </a:lvl5pPr>
            <a:lvl6pPr marL="3047238" indent="0" algn="ctr">
              <a:buNone/>
              <a:defRPr sz="2133"/>
            </a:lvl6pPr>
            <a:lvl7pPr marL="3656686" indent="0" algn="ctr">
              <a:buNone/>
              <a:defRPr sz="2133"/>
            </a:lvl7pPr>
            <a:lvl8pPr marL="4266133" indent="0" algn="ctr">
              <a:buNone/>
              <a:defRPr sz="2133"/>
            </a:lvl8pPr>
            <a:lvl9pPr marL="4875581" indent="0" algn="ctr">
              <a:buNone/>
              <a:defRPr sz="213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F6E3049-9C51-F54F-8C49-1D0831D3284C}" type="datetimeFigureOut">
              <a:rPr lang="en-US" smtClean="0"/>
              <a:t>7/2/26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051729-EFEE-7E40-846F-34E9F987DC78}" type="slidenum">
              <a:rPr lang="en-US" smtClean="0"/>
              <a:t>‹#›</a:t>
            </a:fld>
            <a:endParaRPr lang="en-US"/>
          </a:p>
        </p:txBody>
      </p:sp>
    </p:spTree>
    <p:extLst>
      <p:ext uri="{BB962C8B-B14F-4D97-AF65-F5344CB8AC3E}">
        <p14:creationId xmlns:p14="http://schemas.microsoft.com/office/powerpoint/2010/main" val="38508944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6E3049-9C51-F54F-8C49-1D0831D3284C}" type="datetimeFigureOut">
              <a:rPr lang="en-US" smtClean="0"/>
              <a:t>7/2/26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051729-EFEE-7E40-846F-34E9F987DC78}" type="slidenum">
              <a:rPr lang="en-US" smtClean="0"/>
              <a:t>‹#›</a:t>
            </a:fld>
            <a:endParaRPr lang="en-US"/>
          </a:p>
        </p:txBody>
      </p:sp>
    </p:spTree>
    <p:extLst>
      <p:ext uri="{BB962C8B-B14F-4D97-AF65-F5344CB8AC3E}">
        <p14:creationId xmlns:p14="http://schemas.microsoft.com/office/powerpoint/2010/main" val="19595100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634" y="4559305"/>
            <a:ext cx="10512862" cy="7607299"/>
          </a:xfrm>
        </p:spPr>
        <p:txBody>
          <a:bodyPr anchor="b"/>
          <a:lstStyle>
            <a:lvl1pPr>
              <a:defRPr sz="7998"/>
            </a:lvl1pPr>
          </a:lstStyle>
          <a:p>
            <a:r>
              <a:rPr lang="en-US"/>
              <a:t>Click to edit Master title style</a:t>
            </a:r>
            <a:endParaRPr lang="en-US" dirty="0"/>
          </a:p>
        </p:txBody>
      </p:sp>
      <p:sp>
        <p:nvSpPr>
          <p:cNvPr id="3" name="Text Placeholder 2"/>
          <p:cNvSpPr>
            <a:spLocks noGrp="1"/>
          </p:cNvSpPr>
          <p:nvPr>
            <p:ph type="body" idx="1"/>
          </p:nvPr>
        </p:nvSpPr>
        <p:spPr>
          <a:xfrm>
            <a:off x="831634" y="12238572"/>
            <a:ext cx="10512862" cy="4000499"/>
          </a:xfrm>
        </p:spPr>
        <p:txBody>
          <a:bodyPr/>
          <a:lstStyle>
            <a:lvl1pPr marL="0" indent="0">
              <a:buNone/>
              <a:defRPr sz="3199">
                <a:solidFill>
                  <a:schemeClr val="tx1">
                    <a:tint val="82000"/>
                  </a:schemeClr>
                </a:solidFill>
              </a:defRPr>
            </a:lvl1pPr>
            <a:lvl2pPr marL="609448" indent="0">
              <a:buNone/>
              <a:defRPr sz="2666">
                <a:solidFill>
                  <a:schemeClr val="tx1">
                    <a:tint val="82000"/>
                  </a:schemeClr>
                </a:solidFill>
              </a:defRPr>
            </a:lvl2pPr>
            <a:lvl3pPr marL="1218895" indent="0">
              <a:buNone/>
              <a:defRPr sz="2399">
                <a:solidFill>
                  <a:schemeClr val="tx1">
                    <a:tint val="82000"/>
                  </a:schemeClr>
                </a:solidFill>
              </a:defRPr>
            </a:lvl3pPr>
            <a:lvl4pPr marL="1828343" indent="0">
              <a:buNone/>
              <a:defRPr sz="2133">
                <a:solidFill>
                  <a:schemeClr val="tx1">
                    <a:tint val="82000"/>
                  </a:schemeClr>
                </a:solidFill>
              </a:defRPr>
            </a:lvl4pPr>
            <a:lvl5pPr marL="2437790" indent="0">
              <a:buNone/>
              <a:defRPr sz="2133">
                <a:solidFill>
                  <a:schemeClr val="tx1">
                    <a:tint val="82000"/>
                  </a:schemeClr>
                </a:solidFill>
              </a:defRPr>
            </a:lvl5pPr>
            <a:lvl6pPr marL="3047238" indent="0">
              <a:buNone/>
              <a:defRPr sz="2133">
                <a:solidFill>
                  <a:schemeClr val="tx1">
                    <a:tint val="82000"/>
                  </a:schemeClr>
                </a:solidFill>
              </a:defRPr>
            </a:lvl6pPr>
            <a:lvl7pPr marL="3656686" indent="0">
              <a:buNone/>
              <a:defRPr sz="2133">
                <a:solidFill>
                  <a:schemeClr val="tx1">
                    <a:tint val="82000"/>
                  </a:schemeClr>
                </a:solidFill>
              </a:defRPr>
            </a:lvl7pPr>
            <a:lvl8pPr marL="4266133" indent="0">
              <a:buNone/>
              <a:defRPr sz="2133">
                <a:solidFill>
                  <a:schemeClr val="tx1">
                    <a:tint val="82000"/>
                  </a:schemeClr>
                </a:solidFill>
              </a:defRPr>
            </a:lvl8pPr>
            <a:lvl9pPr marL="4875581" indent="0">
              <a:buNone/>
              <a:defRPr sz="2133">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6E3049-9C51-F54F-8C49-1D0831D3284C}" type="datetimeFigureOut">
              <a:rPr lang="en-US" smtClean="0"/>
              <a:t>7/2/26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051729-EFEE-7E40-846F-34E9F987DC78}" type="slidenum">
              <a:rPr lang="en-US" smtClean="0"/>
              <a:t>‹#›</a:t>
            </a:fld>
            <a:endParaRPr lang="en-US"/>
          </a:p>
        </p:txBody>
      </p:sp>
    </p:spTree>
    <p:extLst>
      <p:ext uri="{BB962C8B-B14F-4D97-AF65-F5344CB8AC3E}">
        <p14:creationId xmlns:p14="http://schemas.microsoft.com/office/powerpoint/2010/main" val="12333278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7982" y="4868333"/>
            <a:ext cx="5180251" cy="116035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592" y="4868333"/>
            <a:ext cx="5180251" cy="116035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F6E3049-9C51-F54F-8C49-1D0831D3284C}" type="datetimeFigureOut">
              <a:rPr lang="en-US" smtClean="0"/>
              <a:t>7/2/26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051729-EFEE-7E40-846F-34E9F987DC78}" type="slidenum">
              <a:rPr lang="en-US" smtClean="0"/>
              <a:t>‹#›</a:t>
            </a:fld>
            <a:endParaRPr lang="en-US"/>
          </a:p>
        </p:txBody>
      </p:sp>
    </p:spTree>
    <p:extLst>
      <p:ext uri="{BB962C8B-B14F-4D97-AF65-F5344CB8AC3E}">
        <p14:creationId xmlns:p14="http://schemas.microsoft.com/office/powerpoint/2010/main" val="742664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569" y="973670"/>
            <a:ext cx="10512862" cy="3534835"/>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571" y="4483101"/>
            <a:ext cx="5156443" cy="2197099"/>
          </a:xfrm>
        </p:spPr>
        <p:txBody>
          <a:bodyPr anchor="b"/>
          <a:lstStyle>
            <a:lvl1pPr marL="0" indent="0">
              <a:buNone/>
              <a:defRPr sz="3199" b="1"/>
            </a:lvl1pPr>
            <a:lvl2pPr marL="609448" indent="0">
              <a:buNone/>
              <a:defRPr sz="2666" b="1"/>
            </a:lvl2pPr>
            <a:lvl3pPr marL="1218895" indent="0">
              <a:buNone/>
              <a:defRPr sz="2399" b="1"/>
            </a:lvl3pPr>
            <a:lvl4pPr marL="1828343" indent="0">
              <a:buNone/>
              <a:defRPr sz="2133" b="1"/>
            </a:lvl4pPr>
            <a:lvl5pPr marL="2437790" indent="0">
              <a:buNone/>
              <a:defRPr sz="2133" b="1"/>
            </a:lvl5pPr>
            <a:lvl6pPr marL="3047238" indent="0">
              <a:buNone/>
              <a:defRPr sz="2133" b="1"/>
            </a:lvl6pPr>
            <a:lvl7pPr marL="3656686" indent="0">
              <a:buNone/>
              <a:defRPr sz="2133" b="1"/>
            </a:lvl7pPr>
            <a:lvl8pPr marL="4266133" indent="0">
              <a:buNone/>
              <a:defRPr sz="2133" b="1"/>
            </a:lvl8pPr>
            <a:lvl9pPr marL="4875581" indent="0">
              <a:buNone/>
              <a:defRPr sz="2133" b="1"/>
            </a:lvl9pPr>
          </a:lstStyle>
          <a:p>
            <a:pPr lvl="0"/>
            <a:r>
              <a:rPr lang="en-US"/>
              <a:t>Click to edit Master text styles</a:t>
            </a:r>
          </a:p>
        </p:txBody>
      </p:sp>
      <p:sp>
        <p:nvSpPr>
          <p:cNvPr id="4" name="Content Placeholder 3"/>
          <p:cNvSpPr>
            <a:spLocks noGrp="1"/>
          </p:cNvSpPr>
          <p:nvPr>
            <p:ph sz="half" idx="2"/>
          </p:nvPr>
        </p:nvSpPr>
        <p:spPr>
          <a:xfrm>
            <a:off x="839571" y="6680200"/>
            <a:ext cx="5156443" cy="98255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0593" y="4483101"/>
            <a:ext cx="5181838" cy="2197099"/>
          </a:xfrm>
        </p:spPr>
        <p:txBody>
          <a:bodyPr anchor="b"/>
          <a:lstStyle>
            <a:lvl1pPr marL="0" indent="0">
              <a:buNone/>
              <a:defRPr sz="3199" b="1"/>
            </a:lvl1pPr>
            <a:lvl2pPr marL="609448" indent="0">
              <a:buNone/>
              <a:defRPr sz="2666" b="1"/>
            </a:lvl2pPr>
            <a:lvl3pPr marL="1218895" indent="0">
              <a:buNone/>
              <a:defRPr sz="2399" b="1"/>
            </a:lvl3pPr>
            <a:lvl4pPr marL="1828343" indent="0">
              <a:buNone/>
              <a:defRPr sz="2133" b="1"/>
            </a:lvl4pPr>
            <a:lvl5pPr marL="2437790" indent="0">
              <a:buNone/>
              <a:defRPr sz="2133" b="1"/>
            </a:lvl5pPr>
            <a:lvl6pPr marL="3047238" indent="0">
              <a:buNone/>
              <a:defRPr sz="2133" b="1"/>
            </a:lvl6pPr>
            <a:lvl7pPr marL="3656686" indent="0">
              <a:buNone/>
              <a:defRPr sz="2133" b="1"/>
            </a:lvl7pPr>
            <a:lvl8pPr marL="4266133" indent="0">
              <a:buNone/>
              <a:defRPr sz="2133" b="1"/>
            </a:lvl8pPr>
            <a:lvl9pPr marL="4875581" indent="0">
              <a:buNone/>
              <a:defRPr sz="2133" b="1"/>
            </a:lvl9pPr>
          </a:lstStyle>
          <a:p>
            <a:pPr lvl="0"/>
            <a:r>
              <a:rPr lang="en-US"/>
              <a:t>Click to edit Master text styles</a:t>
            </a:r>
          </a:p>
        </p:txBody>
      </p:sp>
      <p:sp>
        <p:nvSpPr>
          <p:cNvPr id="6" name="Content Placeholder 5"/>
          <p:cNvSpPr>
            <a:spLocks noGrp="1"/>
          </p:cNvSpPr>
          <p:nvPr>
            <p:ph sz="quarter" idx="4"/>
          </p:nvPr>
        </p:nvSpPr>
        <p:spPr>
          <a:xfrm>
            <a:off x="6170593" y="6680200"/>
            <a:ext cx="5181838" cy="98255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F6E3049-9C51-F54F-8C49-1D0831D3284C}" type="datetimeFigureOut">
              <a:rPr lang="en-US" smtClean="0"/>
              <a:t>7/2/26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9051729-EFEE-7E40-846F-34E9F987DC78}" type="slidenum">
              <a:rPr lang="en-US" smtClean="0"/>
              <a:t>‹#›</a:t>
            </a:fld>
            <a:endParaRPr lang="en-US"/>
          </a:p>
        </p:txBody>
      </p:sp>
    </p:spTree>
    <p:extLst>
      <p:ext uri="{BB962C8B-B14F-4D97-AF65-F5344CB8AC3E}">
        <p14:creationId xmlns:p14="http://schemas.microsoft.com/office/powerpoint/2010/main" val="20083046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6E3049-9C51-F54F-8C49-1D0831D3284C}" type="datetimeFigureOut">
              <a:rPr lang="en-US" smtClean="0"/>
              <a:t>7/2/26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9051729-EFEE-7E40-846F-34E9F987DC78}" type="slidenum">
              <a:rPr lang="en-US" smtClean="0"/>
              <a:t>‹#›</a:t>
            </a:fld>
            <a:endParaRPr lang="en-US"/>
          </a:p>
        </p:txBody>
      </p:sp>
    </p:spTree>
    <p:extLst>
      <p:ext uri="{BB962C8B-B14F-4D97-AF65-F5344CB8AC3E}">
        <p14:creationId xmlns:p14="http://schemas.microsoft.com/office/powerpoint/2010/main" val="37705602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6E3049-9C51-F54F-8C49-1D0831D3284C}" type="datetimeFigureOut">
              <a:rPr lang="en-US" smtClean="0"/>
              <a:t>7/2/26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9051729-EFEE-7E40-846F-34E9F987DC78}" type="slidenum">
              <a:rPr lang="en-US" smtClean="0"/>
              <a:t>‹#›</a:t>
            </a:fld>
            <a:endParaRPr lang="en-US"/>
          </a:p>
        </p:txBody>
      </p:sp>
    </p:spTree>
    <p:extLst>
      <p:ext uri="{BB962C8B-B14F-4D97-AF65-F5344CB8AC3E}">
        <p14:creationId xmlns:p14="http://schemas.microsoft.com/office/powerpoint/2010/main" val="28784821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569" y="1219200"/>
            <a:ext cx="3931213" cy="4267200"/>
          </a:xfrm>
        </p:spPr>
        <p:txBody>
          <a:bodyPr anchor="b"/>
          <a:lstStyle>
            <a:lvl1pPr>
              <a:defRPr sz="4266"/>
            </a:lvl1pPr>
          </a:lstStyle>
          <a:p>
            <a:r>
              <a:rPr lang="en-US"/>
              <a:t>Click to edit Master title style</a:t>
            </a:r>
            <a:endParaRPr lang="en-US" dirty="0"/>
          </a:p>
        </p:txBody>
      </p:sp>
      <p:sp>
        <p:nvSpPr>
          <p:cNvPr id="3" name="Content Placeholder 2"/>
          <p:cNvSpPr>
            <a:spLocks noGrp="1"/>
          </p:cNvSpPr>
          <p:nvPr>
            <p:ph idx="1"/>
          </p:nvPr>
        </p:nvSpPr>
        <p:spPr>
          <a:xfrm>
            <a:off x="5181838" y="2633137"/>
            <a:ext cx="6170593" cy="12996333"/>
          </a:xfrm>
        </p:spPr>
        <p:txBody>
          <a:bodyPr/>
          <a:lstStyle>
            <a:lvl1pPr>
              <a:defRPr sz="4266"/>
            </a:lvl1pPr>
            <a:lvl2pPr>
              <a:defRPr sz="3732"/>
            </a:lvl2pPr>
            <a:lvl3pPr>
              <a:defRPr sz="3199"/>
            </a:lvl3pPr>
            <a:lvl4pPr>
              <a:defRPr sz="2666"/>
            </a:lvl4pPr>
            <a:lvl5pPr>
              <a:defRPr sz="2666"/>
            </a:lvl5pPr>
            <a:lvl6pPr>
              <a:defRPr sz="2666"/>
            </a:lvl6pPr>
            <a:lvl7pPr>
              <a:defRPr sz="2666"/>
            </a:lvl7pPr>
            <a:lvl8pPr>
              <a:defRPr sz="2666"/>
            </a:lvl8pPr>
            <a:lvl9pPr>
              <a:defRPr sz="266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569" y="5486400"/>
            <a:ext cx="3931213" cy="10164235"/>
          </a:xfrm>
        </p:spPr>
        <p:txBody>
          <a:bodyPr/>
          <a:lstStyle>
            <a:lvl1pPr marL="0" indent="0">
              <a:buNone/>
              <a:defRPr sz="2133"/>
            </a:lvl1pPr>
            <a:lvl2pPr marL="609448" indent="0">
              <a:buNone/>
              <a:defRPr sz="1866"/>
            </a:lvl2pPr>
            <a:lvl3pPr marL="1218895" indent="0">
              <a:buNone/>
              <a:defRPr sz="1600"/>
            </a:lvl3pPr>
            <a:lvl4pPr marL="1828343" indent="0">
              <a:buNone/>
              <a:defRPr sz="1333"/>
            </a:lvl4pPr>
            <a:lvl5pPr marL="2437790" indent="0">
              <a:buNone/>
              <a:defRPr sz="1333"/>
            </a:lvl5pPr>
            <a:lvl6pPr marL="3047238" indent="0">
              <a:buNone/>
              <a:defRPr sz="1333"/>
            </a:lvl6pPr>
            <a:lvl7pPr marL="3656686" indent="0">
              <a:buNone/>
              <a:defRPr sz="1333"/>
            </a:lvl7pPr>
            <a:lvl8pPr marL="4266133" indent="0">
              <a:buNone/>
              <a:defRPr sz="1333"/>
            </a:lvl8pPr>
            <a:lvl9pPr marL="4875581" indent="0">
              <a:buNone/>
              <a:defRPr sz="1333"/>
            </a:lvl9pPr>
          </a:lstStyle>
          <a:p>
            <a:pPr lvl="0"/>
            <a:r>
              <a:rPr lang="en-US"/>
              <a:t>Click to edit Master text styles</a:t>
            </a:r>
          </a:p>
        </p:txBody>
      </p:sp>
      <p:sp>
        <p:nvSpPr>
          <p:cNvPr id="5" name="Date Placeholder 4"/>
          <p:cNvSpPr>
            <a:spLocks noGrp="1"/>
          </p:cNvSpPr>
          <p:nvPr>
            <p:ph type="dt" sz="half" idx="10"/>
          </p:nvPr>
        </p:nvSpPr>
        <p:spPr/>
        <p:txBody>
          <a:bodyPr/>
          <a:lstStyle/>
          <a:p>
            <a:fld id="{1F6E3049-9C51-F54F-8C49-1D0831D3284C}" type="datetimeFigureOut">
              <a:rPr lang="en-US" smtClean="0"/>
              <a:t>7/2/26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051729-EFEE-7E40-846F-34E9F987DC78}" type="slidenum">
              <a:rPr lang="en-US" smtClean="0"/>
              <a:t>‹#›</a:t>
            </a:fld>
            <a:endParaRPr lang="en-US"/>
          </a:p>
        </p:txBody>
      </p:sp>
    </p:spTree>
    <p:extLst>
      <p:ext uri="{BB962C8B-B14F-4D97-AF65-F5344CB8AC3E}">
        <p14:creationId xmlns:p14="http://schemas.microsoft.com/office/powerpoint/2010/main" val="33293878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569" y="1219200"/>
            <a:ext cx="3931213" cy="4267200"/>
          </a:xfrm>
        </p:spPr>
        <p:txBody>
          <a:bodyPr anchor="b"/>
          <a:lstStyle>
            <a:lvl1pPr>
              <a:defRPr sz="4266"/>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1838" y="2633137"/>
            <a:ext cx="6170593" cy="12996333"/>
          </a:xfrm>
        </p:spPr>
        <p:txBody>
          <a:bodyPr anchor="t"/>
          <a:lstStyle>
            <a:lvl1pPr marL="0" indent="0">
              <a:buNone/>
              <a:defRPr sz="4266"/>
            </a:lvl1pPr>
            <a:lvl2pPr marL="609448" indent="0">
              <a:buNone/>
              <a:defRPr sz="3732"/>
            </a:lvl2pPr>
            <a:lvl3pPr marL="1218895" indent="0">
              <a:buNone/>
              <a:defRPr sz="3199"/>
            </a:lvl3pPr>
            <a:lvl4pPr marL="1828343" indent="0">
              <a:buNone/>
              <a:defRPr sz="2666"/>
            </a:lvl4pPr>
            <a:lvl5pPr marL="2437790" indent="0">
              <a:buNone/>
              <a:defRPr sz="2666"/>
            </a:lvl5pPr>
            <a:lvl6pPr marL="3047238" indent="0">
              <a:buNone/>
              <a:defRPr sz="2666"/>
            </a:lvl6pPr>
            <a:lvl7pPr marL="3656686" indent="0">
              <a:buNone/>
              <a:defRPr sz="2666"/>
            </a:lvl7pPr>
            <a:lvl8pPr marL="4266133" indent="0">
              <a:buNone/>
              <a:defRPr sz="2666"/>
            </a:lvl8pPr>
            <a:lvl9pPr marL="4875581" indent="0">
              <a:buNone/>
              <a:defRPr sz="2666"/>
            </a:lvl9pPr>
          </a:lstStyle>
          <a:p>
            <a:r>
              <a:rPr lang="en-US"/>
              <a:t>Click icon to add picture</a:t>
            </a:r>
            <a:endParaRPr lang="en-US" dirty="0"/>
          </a:p>
        </p:txBody>
      </p:sp>
      <p:sp>
        <p:nvSpPr>
          <p:cNvPr id="4" name="Text Placeholder 3"/>
          <p:cNvSpPr>
            <a:spLocks noGrp="1"/>
          </p:cNvSpPr>
          <p:nvPr>
            <p:ph type="body" sz="half" idx="2"/>
          </p:nvPr>
        </p:nvSpPr>
        <p:spPr>
          <a:xfrm>
            <a:off x="839569" y="5486400"/>
            <a:ext cx="3931213" cy="10164235"/>
          </a:xfrm>
        </p:spPr>
        <p:txBody>
          <a:bodyPr/>
          <a:lstStyle>
            <a:lvl1pPr marL="0" indent="0">
              <a:buNone/>
              <a:defRPr sz="2133"/>
            </a:lvl1pPr>
            <a:lvl2pPr marL="609448" indent="0">
              <a:buNone/>
              <a:defRPr sz="1866"/>
            </a:lvl2pPr>
            <a:lvl3pPr marL="1218895" indent="0">
              <a:buNone/>
              <a:defRPr sz="1600"/>
            </a:lvl3pPr>
            <a:lvl4pPr marL="1828343" indent="0">
              <a:buNone/>
              <a:defRPr sz="1333"/>
            </a:lvl4pPr>
            <a:lvl5pPr marL="2437790" indent="0">
              <a:buNone/>
              <a:defRPr sz="1333"/>
            </a:lvl5pPr>
            <a:lvl6pPr marL="3047238" indent="0">
              <a:buNone/>
              <a:defRPr sz="1333"/>
            </a:lvl6pPr>
            <a:lvl7pPr marL="3656686" indent="0">
              <a:buNone/>
              <a:defRPr sz="1333"/>
            </a:lvl7pPr>
            <a:lvl8pPr marL="4266133" indent="0">
              <a:buNone/>
              <a:defRPr sz="1333"/>
            </a:lvl8pPr>
            <a:lvl9pPr marL="4875581" indent="0">
              <a:buNone/>
              <a:defRPr sz="1333"/>
            </a:lvl9pPr>
          </a:lstStyle>
          <a:p>
            <a:pPr lvl="0"/>
            <a:r>
              <a:rPr lang="en-US"/>
              <a:t>Click to edit Master text styles</a:t>
            </a:r>
          </a:p>
        </p:txBody>
      </p:sp>
      <p:sp>
        <p:nvSpPr>
          <p:cNvPr id="5" name="Date Placeholder 4"/>
          <p:cNvSpPr>
            <a:spLocks noGrp="1"/>
          </p:cNvSpPr>
          <p:nvPr>
            <p:ph type="dt" sz="half" idx="10"/>
          </p:nvPr>
        </p:nvSpPr>
        <p:spPr/>
        <p:txBody>
          <a:bodyPr/>
          <a:lstStyle/>
          <a:p>
            <a:fld id="{1F6E3049-9C51-F54F-8C49-1D0831D3284C}" type="datetimeFigureOut">
              <a:rPr lang="en-US" smtClean="0"/>
              <a:t>7/2/26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051729-EFEE-7E40-846F-34E9F987DC78}" type="slidenum">
              <a:rPr lang="en-US" smtClean="0"/>
              <a:t>‹#›</a:t>
            </a:fld>
            <a:endParaRPr lang="en-US"/>
          </a:p>
        </p:txBody>
      </p:sp>
    </p:spTree>
    <p:extLst>
      <p:ext uri="{BB962C8B-B14F-4D97-AF65-F5344CB8AC3E}">
        <p14:creationId xmlns:p14="http://schemas.microsoft.com/office/powerpoint/2010/main" val="23175675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6E3049-9C51-F54F-8C49-1D0831D3284C}" type="datetimeFigureOut">
              <a:rPr lang="en-US" smtClean="0"/>
              <a:t>7/2/26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051729-EFEE-7E40-846F-34E9F987DC78}" type="slidenum">
              <a:rPr lang="en-US" smtClean="0"/>
              <a:t>‹#›</a:t>
            </a:fld>
            <a:endParaRPr lang="en-US"/>
          </a:p>
        </p:txBody>
      </p:sp>
    </p:spTree>
    <p:extLst>
      <p:ext uri="{BB962C8B-B14F-4D97-AF65-F5344CB8AC3E}">
        <p14:creationId xmlns:p14="http://schemas.microsoft.com/office/powerpoint/2010/main" val="33781048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2629" y="973666"/>
            <a:ext cx="2628215" cy="154982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7982" y="973666"/>
            <a:ext cx="7732286" cy="1549823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6E3049-9C51-F54F-8C49-1D0831D3284C}" type="datetimeFigureOut">
              <a:rPr lang="en-US" smtClean="0"/>
              <a:t>7/2/26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051729-EFEE-7E40-846F-34E9F987DC78}" type="slidenum">
              <a:rPr lang="en-US" smtClean="0"/>
              <a:t>‹#›</a:t>
            </a:fld>
            <a:endParaRPr lang="en-US"/>
          </a:p>
        </p:txBody>
      </p:sp>
    </p:spTree>
    <p:extLst>
      <p:ext uri="{BB962C8B-B14F-4D97-AF65-F5344CB8AC3E}">
        <p14:creationId xmlns:p14="http://schemas.microsoft.com/office/powerpoint/2010/main" val="2078880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7982" y="973670"/>
            <a:ext cx="10512862" cy="353483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7982" y="4868333"/>
            <a:ext cx="10512862" cy="1160356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7982" y="16950271"/>
            <a:ext cx="2742486" cy="973667"/>
          </a:xfrm>
          <a:prstGeom prst="rect">
            <a:avLst/>
          </a:prstGeom>
        </p:spPr>
        <p:txBody>
          <a:bodyPr vert="horz" lIns="91440" tIns="45720" rIns="91440" bIns="45720" rtlCol="0" anchor="ctr"/>
          <a:lstStyle>
            <a:lvl1pPr algn="l">
              <a:defRPr sz="1600">
                <a:solidFill>
                  <a:schemeClr val="tx1">
                    <a:tint val="82000"/>
                  </a:schemeClr>
                </a:solidFill>
              </a:defRPr>
            </a:lvl1pPr>
          </a:lstStyle>
          <a:p>
            <a:fld id="{1F6E3049-9C51-F54F-8C49-1D0831D3284C}" type="datetimeFigureOut">
              <a:rPr lang="en-US" smtClean="0"/>
              <a:t>7/2/26</a:t>
            </a:fld>
            <a:endParaRPr lang="en-US"/>
          </a:p>
        </p:txBody>
      </p:sp>
      <p:sp>
        <p:nvSpPr>
          <p:cNvPr id="5" name="Footer Placeholder 4"/>
          <p:cNvSpPr>
            <a:spLocks noGrp="1"/>
          </p:cNvSpPr>
          <p:nvPr>
            <p:ph type="ftr" sz="quarter" idx="3"/>
          </p:nvPr>
        </p:nvSpPr>
        <p:spPr>
          <a:xfrm>
            <a:off x="4037549" y="16950271"/>
            <a:ext cx="4113728" cy="973667"/>
          </a:xfrm>
          <a:prstGeom prst="rect">
            <a:avLst/>
          </a:prstGeom>
        </p:spPr>
        <p:txBody>
          <a:bodyPr vert="horz" lIns="91440" tIns="45720" rIns="91440" bIns="45720" rtlCol="0" anchor="ctr"/>
          <a:lstStyle>
            <a:lvl1pPr algn="ctr">
              <a:defRPr sz="16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08357" y="16950271"/>
            <a:ext cx="2742486" cy="973667"/>
          </a:xfrm>
          <a:prstGeom prst="rect">
            <a:avLst/>
          </a:prstGeom>
        </p:spPr>
        <p:txBody>
          <a:bodyPr vert="horz" lIns="91440" tIns="45720" rIns="91440" bIns="45720" rtlCol="0" anchor="ctr"/>
          <a:lstStyle>
            <a:lvl1pPr algn="r">
              <a:defRPr sz="1600">
                <a:solidFill>
                  <a:schemeClr val="tx1">
                    <a:tint val="82000"/>
                  </a:schemeClr>
                </a:solidFill>
              </a:defRPr>
            </a:lvl1pPr>
          </a:lstStyle>
          <a:p>
            <a:fld id="{59051729-EFEE-7E40-846F-34E9F987DC78}" type="slidenum">
              <a:rPr lang="en-US" smtClean="0"/>
              <a:t>‹#›</a:t>
            </a:fld>
            <a:endParaRPr lang="en-US"/>
          </a:p>
        </p:txBody>
      </p:sp>
    </p:spTree>
    <p:extLst>
      <p:ext uri="{BB962C8B-B14F-4D97-AF65-F5344CB8AC3E}">
        <p14:creationId xmlns:p14="http://schemas.microsoft.com/office/powerpoint/2010/main" val="574812058"/>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1218895" rtl="0" eaLnBrk="1" latinLnBrk="0" hangingPunct="1">
        <a:lnSpc>
          <a:spcPct val="90000"/>
        </a:lnSpc>
        <a:spcBef>
          <a:spcPct val="0"/>
        </a:spcBef>
        <a:buNone/>
        <a:defRPr sz="5865" kern="1200">
          <a:solidFill>
            <a:schemeClr val="tx1"/>
          </a:solidFill>
          <a:latin typeface="+mj-lt"/>
          <a:ea typeface="+mj-ea"/>
          <a:cs typeface="+mj-cs"/>
        </a:defRPr>
      </a:lvl1pPr>
    </p:titleStyle>
    <p:bodyStyle>
      <a:lvl1pPr marL="304724" indent="-304724" algn="l" defTabSz="1218895" rtl="0" eaLnBrk="1" latinLnBrk="0" hangingPunct="1">
        <a:lnSpc>
          <a:spcPct val="90000"/>
        </a:lnSpc>
        <a:spcBef>
          <a:spcPts val="1333"/>
        </a:spcBef>
        <a:buFont typeface="Arial" panose="020B0604020202020204" pitchFamily="34" charset="0"/>
        <a:buChar char="•"/>
        <a:defRPr sz="3732" kern="1200">
          <a:solidFill>
            <a:schemeClr val="tx1"/>
          </a:solidFill>
          <a:latin typeface="+mn-lt"/>
          <a:ea typeface="+mn-ea"/>
          <a:cs typeface="+mn-cs"/>
        </a:defRPr>
      </a:lvl1pPr>
      <a:lvl2pPr marL="914171" indent="-304724" algn="l" defTabSz="1218895" rtl="0" eaLnBrk="1" latinLnBrk="0" hangingPunct="1">
        <a:lnSpc>
          <a:spcPct val="90000"/>
        </a:lnSpc>
        <a:spcBef>
          <a:spcPts val="667"/>
        </a:spcBef>
        <a:buFont typeface="Arial" panose="020B0604020202020204" pitchFamily="34" charset="0"/>
        <a:buChar char="•"/>
        <a:defRPr sz="3199" kern="1200">
          <a:solidFill>
            <a:schemeClr val="tx1"/>
          </a:solidFill>
          <a:latin typeface="+mn-lt"/>
          <a:ea typeface="+mn-ea"/>
          <a:cs typeface="+mn-cs"/>
        </a:defRPr>
      </a:lvl2pPr>
      <a:lvl3pPr marL="1523619" indent="-304724" algn="l" defTabSz="1218895" rtl="0" eaLnBrk="1" latinLnBrk="0" hangingPunct="1">
        <a:lnSpc>
          <a:spcPct val="90000"/>
        </a:lnSpc>
        <a:spcBef>
          <a:spcPts val="667"/>
        </a:spcBef>
        <a:buFont typeface="Arial" panose="020B0604020202020204" pitchFamily="34" charset="0"/>
        <a:buChar char="•"/>
        <a:defRPr sz="2666" kern="1200">
          <a:solidFill>
            <a:schemeClr val="tx1"/>
          </a:solidFill>
          <a:latin typeface="+mn-lt"/>
          <a:ea typeface="+mn-ea"/>
          <a:cs typeface="+mn-cs"/>
        </a:defRPr>
      </a:lvl3pPr>
      <a:lvl4pPr marL="2133067" indent="-304724" algn="l" defTabSz="1218895" rtl="0" eaLnBrk="1" latinLnBrk="0" hangingPunct="1">
        <a:lnSpc>
          <a:spcPct val="90000"/>
        </a:lnSpc>
        <a:spcBef>
          <a:spcPts val="667"/>
        </a:spcBef>
        <a:buFont typeface="Arial" panose="020B0604020202020204" pitchFamily="34" charset="0"/>
        <a:buChar char="•"/>
        <a:defRPr sz="2399" kern="1200">
          <a:solidFill>
            <a:schemeClr val="tx1"/>
          </a:solidFill>
          <a:latin typeface="+mn-lt"/>
          <a:ea typeface="+mn-ea"/>
          <a:cs typeface="+mn-cs"/>
        </a:defRPr>
      </a:lvl4pPr>
      <a:lvl5pPr marL="2742514" indent="-304724" algn="l" defTabSz="1218895" rtl="0" eaLnBrk="1" latinLnBrk="0" hangingPunct="1">
        <a:lnSpc>
          <a:spcPct val="90000"/>
        </a:lnSpc>
        <a:spcBef>
          <a:spcPts val="667"/>
        </a:spcBef>
        <a:buFont typeface="Arial" panose="020B0604020202020204" pitchFamily="34" charset="0"/>
        <a:buChar char="•"/>
        <a:defRPr sz="2399" kern="1200">
          <a:solidFill>
            <a:schemeClr val="tx1"/>
          </a:solidFill>
          <a:latin typeface="+mn-lt"/>
          <a:ea typeface="+mn-ea"/>
          <a:cs typeface="+mn-cs"/>
        </a:defRPr>
      </a:lvl5pPr>
      <a:lvl6pPr marL="3351962" indent="-304724" algn="l" defTabSz="1218895" rtl="0" eaLnBrk="1" latinLnBrk="0" hangingPunct="1">
        <a:lnSpc>
          <a:spcPct val="90000"/>
        </a:lnSpc>
        <a:spcBef>
          <a:spcPts val="667"/>
        </a:spcBef>
        <a:buFont typeface="Arial" panose="020B0604020202020204" pitchFamily="34" charset="0"/>
        <a:buChar char="•"/>
        <a:defRPr sz="2399" kern="1200">
          <a:solidFill>
            <a:schemeClr val="tx1"/>
          </a:solidFill>
          <a:latin typeface="+mn-lt"/>
          <a:ea typeface="+mn-ea"/>
          <a:cs typeface="+mn-cs"/>
        </a:defRPr>
      </a:lvl6pPr>
      <a:lvl7pPr marL="3961409" indent="-304724" algn="l" defTabSz="1218895" rtl="0" eaLnBrk="1" latinLnBrk="0" hangingPunct="1">
        <a:lnSpc>
          <a:spcPct val="90000"/>
        </a:lnSpc>
        <a:spcBef>
          <a:spcPts val="667"/>
        </a:spcBef>
        <a:buFont typeface="Arial" panose="020B0604020202020204" pitchFamily="34" charset="0"/>
        <a:buChar char="•"/>
        <a:defRPr sz="2399" kern="1200">
          <a:solidFill>
            <a:schemeClr val="tx1"/>
          </a:solidFill>
          <a:latin typeface="+mn-lt"/>
          <a:ea typeface="+mn-ea"/>
          <a:cs typeface="+mn-cs"/>
        </a:defRPr>
      </a:lvl7pPr>
      <a:lvl8pPr marL="4570857" indent="-304724" algn="l" defTabSz="1218895" rtl="0" eaLnBrk="1" latinLnBrk="0" hangingPunct="1">
        <a:lnSpc>
          <a:spcPct val="90000"/>
        </a:lnSpc>
        <a:spcBef>
          <a:spcPts val="667"/>
        </a:spcBef>
        <a:buFont typeface="Arial" panose="020B0604020202020204" pitchFamily="34" charset="0"/>
        <a:buChar char="•"/>
        <a:defRPr sz="2399" kern="1200">
          <a:solidFill>
            <a:schemeClr val="tx1"/>
          </a:solidFill>
          <a:latin typeface="+mn-lt"/>
          <a:ea typeface="+mn-ea"/>
          <a:cs typeface="+mn-cs"/>
        </a:defRPr>
      </a:lvl8pPr>
      <a:lvl9pPr marL="5180305" indent="-304724" algn="l" defTabSz="1218895" rtl="0" eaLnBrk="1" latinLnBrk="0" hangingPunct="1">
        <a:lnSpc>
          <a:spcPct val="90000"/>
        </a:lnSpc>
        <a:spcBef>
          <a:spcPts val="667"/>
        </a:spcBef>
        <a:buFont typeface="Arial" panose="020B0604020202020204" pitchFamily="34" charset="0"/>
        <a:buChar char="•"/>
        <a:defRPr sz="2399" kern="1200">
          <a:solidFill>
            <a:schemeClr val="tx1"/>
          </a:solidFill>
          <a:latin typeface="+mn-lt"/>
          <a:ea typeface="+mn-ea"/>
          <a:cs typeface="+mn-cs"/>
        </a:defRPr>
      </a:lvl9pPr>
    </p:bodyStyle>
    <p:otherStyle>
      <a:defPPr>
        <a:defRPr lang="en-US"/>
      </a:defPPr>
      <a:lvl1pPr marL="0" algn="l" defTabSz="1218895" rtl="0" eaLnBrk="1" latinLnBrk="0" hangingPunct="1">
        <a:defRPr sz="2399" kern="1200">
          <a:solidFill>
            <a:schemeClr val="tx1"/>
          </a:solidFill>
          <a:latin typeface="+mn-lt"/>
          <a:ea typeface="+mn-ea"/>
          <a:cs typeface="+mn-cs"/>
        </a:defRPr>
      </a:lvl1pPr>
      <a:lvl2pPr marL="609448" algn="l" defTabSz="1218895" rtl="0" eaLnBrk="1" latinLnBrk="0" hangingPunct="1">
        <a:defRPr sz="2399" kern="1200">
          <a:solidFill>
            <a:schemeClr val="tx1"/>
          </a:solidFill>
          <a:latin typeface="+mn-lt"/>
          <a:ea typeface="+mn-ea"/>
          <a:cs typeface="+mn-cs"/>
        </a:defRPr>
      </a:lvl2pPr>
      <a:lvl3pPr marL="1218895" algn="l" defTabSz="1218895" rtl="0" eaLnBrk="1" latinLnBrk="0" hangingPunct="1">
        <a:defRPr sz="2399" kern="1200">
          <a:solidFill>
            <a:schemeClr val="tx1"/>
          </a:solidFill>
          <a:latin typeface="+mn-lt"/>
          <a:ea typeface="+mn-ea"/>
          <a:cs typeface="+mn-cs"/>
        </a:defRPr>
      </a:lvl3pPr>
      <a:lvl4pPr marL="1828343" algn="l" defTabSz="1218895" rtl="0" eaLnBrk="1" latinLnBrk="0" hangingPunct="1">
        <a:defRPr sz="2399" kern="1200">
          <a:solidFill>
            <a:schemeClr val="tx1"/>
          </a:solidFill>
          <a:latin typeface="+mn-lt"/>
          <a:ea typeface="+mn-ea"/>
          <a:cs typeface="+mn-cs"/>
        </a:defRPr>
      </a:lvl4pPr>
      <a:lvl5pPr marL="2437790" algn="l" defTabSz="1218895" rtl="0" eaLnBrk="1" latinLnBrk="0" hangingPunct="1">
        <a:defRPr sz="2399" kern="1200">
          <a:solidFill>
            <a:schemeClr val="tx1"/>
          </a:solidFill>
          <a:latin typeface="+mn-lt"/>
          <a:ea typeface="+mn-ea"/>
          <a:cs typeface="+mn-cs"/>
        </a:defRPr>
      </a:lvl5pPr>
      <a:lvl6pPr marL="3047238" algn="l" defTabSz="1218895" rtl="0" eaLnBrk="1" latinLnBrk="0" hangingPunct="1">
        <a:defRPr sz="2399" kern="1200">
          <a:solidFill>
            <a:schemeClr val="tx1"/>
          </a:solidFill>
          <a:latin typeface="+mn-lt"/>
          <a:ea typeface="+mn-ea"/>
          <a:cs typeface="+mn-cs"/>
        </a:defRPr>
      </a:lvl6pPr>
      <a:lvl7pPr marL="3656686" algn="l" defTabSz="1218895" rtl="0" eaLnBrk="1" latinLnBrk="0" hangingPunct="1">
        <a:defRPr sz="2399" kern="1200">
          <a:solidFill>
            <a:schemeClr val="tx1"/>
          </a:solidFill>
          <a:latin typeface="+mn-lt"/>
          <a:ea typeface="+mn-ea"/>
          <a:cs typeface="+mn-cs"/>
        </a:defRPr>
      </a:lvl7pPr>
      <a:lvl8pPr marL="4266133" algn="l" defTabSz="1218895" rtl="0" eaLnBrk="1" latinLnBrk="0" hangingPunct="1">
        <a:defRPr sz="2399" kern="1200">
          <a:solidFill>
            <a:schemeClr val="tx1"/>
          </a:solidFill>
          <a:latin typeface="+mn-lt"/>
          <a:ea typeface="+mn-ea"/>
          <a:cs typeface="+mn-cs"/>
        </a:defRPr>
      </a:lvl8pPr>
      <a:lvl9pPr marL="4875581" algn="l" defTabSz="1218895" rtl="0" eaLnBrk="1" latinLnBrk="0" hangingPunct="1">
        <a:defRPr sz="23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B24DD9E-99AA-AEBD-C83E-033B8F0E9237}"/>
              </a:ext>
            </a:extLst>
          </p:cNvPr>
          <p:cNvSpPr txBox="1"/>
          <p:nvPr/>
        </p:nvSpPr>
        <p:spPr>
          <a:xfrm>
            <a:off x="233058" y="290173"/>
            <a:ext cx="11761147" cy="1200329"/>
          </a:xfrm>
          <a:prstGeom prst="rect">
            <a:avLst/>
          </a:prstGeom>
          <a:noFill/>
        </p:spPr>
        <p:txBody>
          <a:bodyPr wrap="square" rtlCol="0">
            <a:spAutoFit/>
          </a:bodyPr>
          <a:lstStyle/>
          <a:p>
            <a:pPr algn="just"/>
            <a:r>
              <a:rPr lang="en-GB" sz="2400" b="1" dirty="0">
                <a:solidFill>
                  <a:schemeClr val="tx2">
                    <a:lumMod val="90000"/>
                    <a:lumOff val="10000"/>
                  </a:schemeClr>
                </a:solidFill>
                <a:latin typeface="Calibri" panose="020F0502020204030204" pitchFamily="34" charset="0"/>
                <a:cs typeface="Calibri" panose="020F0502020204030204" pitchFamily="34" charset="0"/>
              </a:rPr>
              <a:t>Panel data has become one of the most widely used data structure in economics, finance, sociology epidemiology and many other several disciplines because it offers several key advantages over purely cross-sectional or time series data</a:t>
            </a:r>
            <a:r>
              <a:rPr lang="en-US" sz="2400" b="1" dirty="0">
                <a:solidFill>
                  <a:schemeClr val="tx2">
                    <a:lumMod val="90000"/>
                    <a:lumOff val="10000"/>
                  </a:schemeClr>
                </a:solidFill>
                <a:latin typeface="Calibri" panose="020F0502020204030204" pitchFamily="34" charset="0"/>
                <a:cs typeface="Calibri" panose="020F0502020204030204" pitchFamily="34" charset="0"/>
              </a:rPr>
              <a:t> such as:</a:t>
            </a:r>
          </a:p>
        </p:txBody>
      </p:sp>
      <p:sp>
        <p:nvSpPr>
          <p:cNvPr id="7" name="TextBox 6">
            <a:extLst>
              <a:ext uri="{FF2B5EF4-FFF2-40B4-BE49-F238E27FC236}">
                <a16:creationId xmlns:a16="http://schemas.microsoft.com/office/drawing/2014/main" id="{46B4A607-25B5-0E42-C64D-8D88854C5C6D}"/>
              </a:ext>
            </a:extLst>
          </p:cNvPr>
          <p:cNvSpPr txBox="1"/>
          <p:nvPr/>
        </p:nvSpPr>
        <p:spPr>
          <a:xfrm>
            <a:off x="328268" y="2023151"/>
            <a:ext cx="5521379" cy="4893647"/>
          </a:xfrm>
          <a:prstGeom prst="rect">
            <a:avLst/>
          </a:prstGeom>
          <a:noFill/>
        </p:spPr>
        <p:txBody>
          <a:bodyPr wrap="square">
            <a:spAutoFit/>
          </a:bodyPr>
          <a:lstStyle/>
          <a:p>
            <a:r>
              <a:rPr lang="en-GB" sz="2400" b="1" kern="100" dirty="0">
                <a:latin typeface="Calibri" panose="020F0502020204030204" pitchFamily="34" charset="0"/>
                <a:ea typeface="Aptos" panose="020B0004020202020204" pitchFamily="34" charset="0"/>
                <a:cs typeface="Calibri" panose="020F0502020204030204" pitchFamily="34" charset="0"/>
              </a:rPr>
              <a:t>1. Tracks Change Over Time</a:t>
            </a:r>
            <a:endParaRPr lang="en-US" sz="2400" kern="100" dirty="0">
              <a:latin typeface="Calibri" panose="020F0502020204030204" pitchFamily="34" charset="0"/>
              <a:ea typeface="Aptos" panose="020B0004020202020204" pitchFamily="34" charset="0"/>
              <a:cs typeface="Calibri" panose="020F0502020204030204" pitchFamily="34" charset="0"/>
            </a:endParaRPr>
          </a:p>
          <a:p>
            <a:pPr algn="just"/>
            <a:r>
              <a:rPr lang="en-GB" sz="2400" kern="100" dirty="0">
                <a:latin typeface="Calibri" panose="020F0502020204030204" pitchFamily="34" charset="0"/>
                <a:ea typeface="Aptos" panose="020B0004020202020204" pitchFamily="34" charset="0"/>
                <a:cs typeface="Calibri" panose="020F0502020204030204" pitchFamily="34" charset="0"/>
              </a:rPr>
              <a:t>Researchers can study how outcomes evolve over time and identify patterns of persistence, adjustment, and change.</a:t>
            </a:r>
          </a:p>
          <a:p>
            <a:pPr algn="just"/>
            <a:r>
              <a:rPr lang="en-GB" sz="2400" kern="100" dirty="0">
                <a:latin typeface="Calibri" panose="020F0502020204030204" pitchFamily="34" charset="0"/>
                <a:ea typeface="Aptos" panose="020B0004020202020204" pitchFamily="34" charset="0"/>
                <a:cs typeface="Calibri" panose="020F0502020204030204" pitchFamily="34" charset="0"/>
              </a:rPr>
              <a:t>Examples include: </a:t>
            </a:r>
          </a:p>
          <a:p>
            <a:pPr marL="1015644" lvl="1" indent="-507816" algn="just">
              <a:buFont typeface="Symbol" pitchFamily="2" charset="2"/>
              <a:buChar char=""/>
            </a:pPr>
            <a:r>
              <a:rPr lang="en-US" sz="2400" kern="100" dirty="0">
                <a:latin typeface="Calibri" panose="020F0502020204030204" pitchFamily="34" charset="0"/>
                <a:cs typeface="Calibri" panose="020F0502020204030204" pitchFamily="34" charset="0"/>
              </a:rPr>
              <a:t>Changes in bank profitability,</a:t>
            </a:r>
          </a:p>
          <a:p>
            <a:pPr marL="1015644" lvl="1" indent="-507816" algn="just">
              <a:buFont typeface="Symbol" pitchFamily="2" charset="2"/>
              <a:buChar char=""/>
            </a:pPr>
            <a:r>
              <a:rPr lang="en-US" sz="2400" kern="100" dirty="0">
                <a:latin typeface="Calibri" panose="020F0502020204030204" pitchFamily="34" charset="0"/>
                <a:cs typeface="Calibri" panose="020F0502020204030204" pitchFamily="34" charset="0"/>
              </a:rPr>
              <a:t>Air pollution levels across countries,</a:t>
            </a:r>
          </a:p>
          <a:p>
            <a:pPr marL="1015644" lvl="1" indent="-507816" algn="just">
              <a:buFont typeface="Symbol" pitchFamily="2" charset="2"/>
              <a:buChar char=""/>
            </a:pPr>
            <a:r>
              <a:rPr lang="en-US" sz="2400" kern="100" dirty="0">
                <a:latin typeface="Calibri" panose="020F0502020204030204" pitchFamily="34" charset="0"/>
                <a:cs typeface="Calibri" panose="020F0502020204030204" pitchFamily="34" charset="0"/>
              </a:rPr>
              <a:t>Disease progression in patients after treatment,</a:t>
            </a:r>
          </a:p>
          <a:p>
            <a:pPr marL="1015644" lvl="1" indent="-507816" algn="just">
              <a:buFont typeface="Symbol" pitchFamily="2" charset="2"/>
              <a:buChar char=""/>
            </a:pPr>
            <a:r>
              <a:rPr lang="en-US" sz="2400" kern="100" dirty="0">
                <a:latin typeface="Calibri" panose="020F0502020204030204" pitchFamily="34" charset="0"/>
                <a:cs typeface="Calibri" panose="020F0502020204030204" pitchFamily="34" charset="0"/>
              </a:rPr>
              <a:t>Academic performance of students over  successive school years</a:t>
            </a:r>
          </a:p>
        </p:txBody>
      </p:sp>
      <p:sp>
        <p:nvSpPr>
          <p:cNvPr id="9" name="TextBox 8">
            <a:extLst>
              <a:ext uri="{FF2B5EF4-FFF2-40B4-BE49-F238E27FC236}">
                <a16:creationId xmlns:a16="http://schemas.microsoft.com/office/drawing/2014/main" id="{83DA0961-1872-AE3E-6304-BC65B9D562FA}"/>
              </a:ext>
            </a:extLst>
          </p:cNvPr>
          <p:cNvSpPr txBox="1"/>
          <p:nvPr/>
        </p:nvSpPr>
        <p:spPr>
          <a:xfrm>
            <a:off x="395840" y="7172448"/>
            <a:ext cx="5453807" cy="5632311"/>
          </a:xfrm>
          <a:prstGeom prst="rect">
            <a:avLst/>
          </a:prstGeom>
          <a:noFill/>
        </p:spPr>
        <p:txBody>
          <a:bodyPr wrap="square">
            <a:spAutoFit/>
          </a:bodyPr>
          <a:lstStyle/>
          <a:p>
            <a:r>
              <a:rPr lang="en-GB" sz="2400" b="1" kern="100" dirty="0">
                <a:latin typeface="Calibri" panose="020F0502020204030204" pitchFamily="34" charset="0"/>
                <a:ea typeface="Aptos" panose="020B0004020202020204" pitchFamily="34" charset="0"/>
                <a:cs typeface="Calibri" panose="020F0502020204030204" pitchFamily="34" charset="0"/>
              </a:rPr>
              <a:t>3. Helps Controls for Unobserved Differences</a:t>
            </a:r>
            <a:endParaRPr lang="en-US" sz="2400" kern="100" dirty="0">
              <a:latin typeface="Calibri" panose="020F0502020204030204" pitchFamily="34" charset="0"/>
              <a:ea typeface="Aptos" panose="020B0004020202020204" pitchFamily="34" charset="0"/>
              <a:cs typeface="Calibri" panose="020F0502020204030204" pitchFamily="34" charset="0"/>
            </a:endParaRPr>
          </a:p>
          <a:p>
            <a:pPr algn="just"/>
            <a:r>
              <a:rPr lang="en-GB" sz="2400" kern="100" dirty="0">
                <a:latin typeface="Calibri" panose="020F0502020204030204" pitchFamily="34" charset="0"/>
                <a:ea typeface="Aptos" panose="020B0004020202020204" pitchFamily="34" charset="0"/>
                <a:cs typeface="Calibri" panose="020F0502020204030204" pitchFamily="34" charset="0"/>
              </a:rPr>
              <a:t>Many entities such as individuals, countries, firms, possess characteristics that are difficult to measure directly but remain relatively constant over time.</a:t>
            </a:r>
            <a:endParaRPr lang="en-US" sz="2400" kern="100" dirty="0">
              <a:latin typeface="Calibri" panose="020F0502020204030204" pitchFamily="34" charset="0"/>
              <a:ea typeface="Aptos" panose="020B0004020202020204" pitchFamily="34" charset="0"/>
              <a:cs typeface="Calibri" panose="020F0502020204030204" pitchFamily="34" charset="0"/>
            </a:endParaRPr>
          </a:p>
          <a:p>
            <a:pPr algn="just"/>
            <a:r>
              <a:rPr lang="en-GB" sz="2400" kern="100" dirty="0">
                <a:latin typeface="Calibri" panose="020F0502020204030204" pitchFamily="34" charset="0"/>
                <a:ea typeface="Aptos" panose="020B0004020202020204" pitchFamily="34" charset="0"/>
                <a:cs typeface="Calibri" panose="020F0502020204030204" pitchFamily="34" charset="0"/>
              </a:rPr>
              <a:t>Examples include:</a:t>
            </a:r>
            <a:endParaRPr lang="en-US" sz="2400" kern="100" dirty="0">
              <a:latin typeface="Calibri" panose="020F0502020204030204" pitchFamily="34" charset="0"/>
              <a:ea typeface="Aptos" panose="020B0004020202020204" pitchFamily="34" charset="0"/>
              <a:cs typeface="Calibri" panose="020F0502020204030204" pitchFamily="34" charset="0"/>
            </a:endParaRPr>
          </a:p>
          <a:p>
            <a:pPr marL="1015644" lvl="1" indent="-507816" algn="just">
              <a:buFont typeface="Symbol" pitchFamily="2" charset="2"/>
              <a:buChar char=""/>
            </a:pPr>
            <a:r>
              <a:rPr lang="en-US" sz="2400" kern="100" dirty="0">
                <a:latin typeface="Calibri" panose="020F0502020204030204" pitchFamily="34" charset="0"/>
                <a:ea typeface="Aptos" panose="020B0004020202020204" pitchFamily="34" charset="0"/>
                <a:cs typeface="Calibri" panose="020F0502020204030204" pitchFamily="34" charset="0"/>
              </a:rPr>
              <a:t>Household preferences</a:t>
            </a:r>
          </a:p>
          <a:p>
            <a:pPr marL="1015644" lvl="1" indent="-507816" algn="just">
              <a:buFont typeface="Symbol" pitchFamily="2" charset="2"/>
              <a:buChar char=""/>
            </a:pPr>
            <a:r>
              <a:rPr lang="en-GB" sz="2400" kern="100" dirty="0">
                <a:latin typeface="Calibri" panose="020F0502020204030204" pitchFamily="34" charset="0"/>
                <a:ea typeface="Aptos" panose="020B0004020202020204" pitchFamily="34" charset="0"/>
                <a:cs typeface="Calibri" panose="020F0502020204030204" pitchFamily="34" charset="0"/>
              </a:rPr>
              <a:t>individual ability</a:t>
            </a:r>
            <a:endParaRPr lang="en-US" sz="2400" kern="100" dirty="0">
              <a:latin typeface="Calibri" panose="020F0502020204030204" pitchFamily="34" charset="0"/>
              <a:ea typeface="Aptos" panose="020B0004020202020204" pitchFamily="34" charset="0"/>
              <a:cs typeface="Calibri" panose="020F0502020204030204" pitchFamily="34" charset="0"/>
            </a:endParaRPr>
          </a:p>
          <a:p>
            <a:pPr marL="1015644" lvl="1" indent="-507816" algn="just">
              <a:buFont typeface="Symbol" pitchFamily="2" charset="2"/>
              <a:buChar char=""/>
            </a:pPr>
            <a:r>
              <a:rPr lang="en-GB" sz="2400" kern="100" dirty="0">
                <a:latin typeface="Calibri" panose="020F0502020204030204" pitchFamily="34" charset="0"/>
                <a:ea typeface="Aptos" panose="020B0004020202020204" pitchFamily="34" charset="0"/>
                <a:cs typeface="Calibri" panose="020F0502020204030204" pitchFamily="34" charset="0"/>
              </a:rPr>
              <a:t>Institutional characteristics</a:t>
            </a:r>
          </a:p>
          <a:p>
            <a:pPr marL="1015644" lvl="1" indent="-507816" algn="just">
              <a:buFont typeface="Symbol" pitchFamily="2" charset="2"/>
              <a:buChar char=""/>
            </a:pPr>
            <a:r>
              <a:rPr lang="en-US" sz="2400" kern="100" dirty="0">
                <a:latin typeface="Calibri" panose="020F0502020204030204" pitchFamily="34" charset="0"/>
                <a:ea typeface="Aptos" panose="020B0004020202020204" pitchFamily="34" charset="0"/>
                <a:cs typeface="Calibri" panose="020F0502020204030204" pitchFamily="34" charset="0"/>
              </a:rPr>
              <a:t>Geographical conditions</a:t>
            </a:r>
          </a:p>
          <a:p>
            <a:pPr algn="just"/>
            <a:r>
              <a:rPr lang="en-GB" sz="2400" kern="100" dirty="0">
                <a:latin typeface="Calibri" panose="020F0502020204030204" pitchFamily="34" charset="0"/>
                <a:ea typeface="Aptos" panose="020B0004020202020204" pitchFamily="34" charset="0"/>
                <a:cs typeface="Calibri" panose="020F0502020204030204" pitchFamily="34" charset="0"/>
              </a:rPr>
              <a:t>Panel data provides the information needed for panel data methods to account for many of these time-invariant characteristics. </a:t>
            </a:r>
            <a:endParaRPr lang="en-US" sz="2400" kern="100" dirty="0">
              <a:latin typeface="Calibri" panose="020F0502020204030204" pitchFamily="34" charset="0"/>
              <a:ea typeface="Aptos" panose="020B000402020202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C0FED937-7EB2-81D6-61F9-300F63E0D4B6}"/>
              </a:ext>
            </a:extLst>
          </p:cNvPr>
          <p:cNvSpPr txBox="1"/>
          <p:nvPr/>
        </p:nvSpPr>
        <p:spPr>
          <a:xfrm>
            <a:off x="395840" y="13243328"/>
            <a:ext cx="5239415" cy="4524315"/>
          </a:xfrm>
          <a:prstGeom prst="rect">
            <a:avLst/>
          </a:prstGeom>
          <a:solidFill>
            <a:schemeClr val="accent1">
              <a:lumMod val="20000"/>
              <a:lumOff val="80000"/>
            </a:schemeClr>
          </a:solidFill>
          <a:ln w="57150"/>
        </p:spPr>
        <p:style>
          <a:lnRef idx="2">
            <a:schemeClr val="accent4"/>
          </a:lnRef>
          <a:fillRef idx="1">
            <a:schemeClr val="lt1"/>
          </a:fillRef>
          <a:effectRef idx="0">
            <a:schemeClr val="accent4"/>
          </a:effectRef>
          <a:fontRef idx="minor">
            <a:schemeClr val="dk1"/>
          </a:fontRef>
        </p:style>
        <p:txBody>
          <a:bodyPr wrap="square">
            <a:spAutoFit/>
          </a:bodyPr>
          <a:lstStyle/>
          <a:p>
            <a:r>
              <a:rPr lang="en-GB" sz="2400" b="1" kern="100" dirty="0">
                <a:latin typeface="Calibri" panose="020F0502020204030204" pitchFamily="34" charset="0"/>
                <a:ea typeface="Aptos" panose="020B0004020202020204" pitchFamily="34" charset="0"/>
                <a:cs typeface="Calibri" panose="020F0502020204030204" pitchFamily="34" charset="0"/>
              </a:rPr>
              <a:t>Key Insight:</a:t>
            </a:r>
            <a:endParaRPr lang="en-US" sz="2400" kern="100" dirty="0">
              <a:latin typeface="Calibri" panose="020F0502020204030204" pitchFamily="34" charset="0"/>
              <a:ea typeface="Aptos" panose="020B0004020202020204" pitchFamily="34" charset="0"/>
              <a:cs typeface="Calibri" panose="020F0502020204030204" pitchFamily="34" charset="0"/>
            </a:endParaRPr>
          </a:p>
          <a:p>
            <a:pPr algn="just"/>
            <a:r>
              <a:rPr lang="en-GB" sz="2400" kern="100" dirty="0">
                <a:latin typeface="Calibri" panose="020F0502020204030204" pitchFamily="34" charset="0"/>
                <a:ea typeface="Aptos" panose="020B0004020202020204" pitchFamily="34" charset="0"/>
                <a:cs typeface="Calibri" panose="020F0502020204030204" pitchFamily="34" charset="0"/>
              </a:rPr>
              <a:t>The principal strength of panel data is its ability to distinguish between differences across entities and changes within the same entity over time.</a:t>
            </a:r>
          </a:p>
          <a:p>
            <a:pPr algn="just"/>
            <a:endParaRPr lang="en-US" sz="2400" kern="100" dirty="0">
              <a:latin typeface="Calibri" panose="020F0502020204030204" pitchFamily="34" charset="0"/>
              <a:ea typeface="Aptos" panose="020B0004020202020204" pitchFamily="34" charset="0"/>
              <a:cs typeface="Calibri" panose="020F0502020204030204" pitchFamily="34" charset="0"/>
            </a:endParaRPr>
          </a:p>
          <a:p>
            <a:pPr algn="just"/>
            <a:r>
              <a:rPr lang="en-GB" sz="2400" kern="100" dirty="0">
                <a:latin typeface="Calibri" panose="020F0502020204030204" pitchFamily="34" charset="0"/>
                <a:ea typeface="Aptos" panose="020B0004020202020204" pitchFamily="34" charset="0"/>
                <a:cs typeface="Calibri" panose="020F0502020204030204" pitchFamily="34" charset="0"/>
              </a:rPr>
              <a:t>By combining these two dimensions, panel data provides a richer source of information that allows researchers to address questions that cannot be adequately examined using cross-sectional or time-series data alone.</a:t>
            </a:r>
            <a:endParaRPr lang="en-US" sz="2400" kern="100" dirty="0">
              <a:latin typeface="Calibri" panose="020F0502020204030204" pitchFamily="34" charset="0"/>
              <a:ea typeface="Aptos" panose="020B000402020202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AAC9B687-0D14-4981-AE52-06FC625B4434}"/>
              </a:ext>
            </a:extLst>
          </p:cNvPr>
          <p:cNvSpPr txBox="1"/>
          <p:nvPr/>
        </p:nvSpPr>
        <p:spPr>
          <a:xfrm>
            <a:off x="6213038" y="2023151"/>
            <a:ext cx="5781167" cy="4524315"/>
          </a:xfrm>
          <a:prstGeom prst="rect">
            <a:avLst/>
          </a:prstGeom>
          <a:noFill/>
        </p:spPr>
        <p:txBody>
          <a:bodyPr wrap="square">
            <a:spAutoFit/>
          </a:bodyPr>
          <a:lstStyle/>
          <a:p>
            <a:r>
              <a:rPr lang="en-GB" sz="2400" b="1" kern="100" dirty="0">
                <a:latin typeface="Calibri" panose="020F0502020204030204" pitchFamily="34" charset="0"/>
                <a:ea typeface="Aptos" panose="020B0004020202020204" pitchFamily="34" charset="0"/>
                <a:cs typeface="Calibri" panose="020F0502020204030204" pitchFamily="34" charset="0"/>
              </a:rPr>
              <a:t>2. Provides More Information and Greater Variability</a:t>
            </a:r>
            <a:endParaRPr lang="en-US" sz="2400" kern="100" dirty="0">
              <a:latin typeface="Calibri" panose="020F0502020204030204" pitchFamily="34" charset="0"/>
              <a:ea typeface="Aptos" panose="020B0004020202020204" pitchFamily="34" charset="0"/>
              <a:cs typeface="Calibri" panose="020F0502020204030204" pitchFamily="34" charset="0"/>
            </a:endParaRPr>
          </a:p>
          <a:p>
            <a:pPr algn="just"/>
            <a:r>
              <a:rPr lang="en-GB" sz="2400" kern="100" dirty="0">
                <a:latin typeface="Calibri" panose="020F0502020204030204" pitchFamily="34" charset="0"/>
                <a:ea typeface="Aptos" panose="020B0004020202020204" pitchFamily="34" charset="0"/>
                <a:cs typeface="Calibri" panose="020F0502020204030204" pitchFamily="34" charset="0"/>
              </a:rPr>
              <a:t>Combining observations across both entities and time generally produces richer datasets than cross-sectional and time-series data.</a:t>
            </a:r>
            <a:r>
              <a:rPr lang="en-US" sz="2400" kern="100" dirty="0">
                <a:latin typeface="Calibri" panose="020F0502020204030204" pitchFamily="34" charset="0"/>
                <a:ea typeface="Aptos" panose="020B0004020202020204" pitchFamily="34" charset="0"/>
                <a:cs typeface="Calibri" panose="020F0502020204030204" pitchFamily="34" charset="0"/>
              </a:rPr>
              <a:t> </a:t>
            </a:r>
            <a:r>
              <a:rPr lang="en-GB" sz="2400" kern="100" dirty="0">
                <a:latin typeface="Calibri" panose="020F0502020204030204" pitchFamily="34" charset="0"/>
                <a:ea typeface="Aptos" panose="020B0004020202020204" pitchFamily="34" charset="0"/>
                <a:cs typeface="Calibri" panose="020F0502020204030204" pitchFamily="34" charset="0"/>
              </a:rPr>
              <a:t>This often results in:</a:t>
            </a:r>
            <a:endParaRPr lang="en-US" sz="2400" kern="100" dirty="0">
              <a:latin typeface="Calibri" panose="020F0502020204030204" pitchFamily="34" charset="0"/>
              <a:ea typeface="Aptos" panose="020B0004020202020204" pitchFamily="34" charset="0"/>
              <a:cs typeface="Calibri" panose="020F0502020204030204" pitchFamily="34" charset="0"/>
            </a:endParaRPr>
          </a:p>
          <a:p>
            <a:pPr marL="1015644" lvl="1" indent="-507816" algn="just">
              <a:buFont typeface="Symbol" pitchFamily="2" charset="2"/>
              <a:buChar char=""/>
            </a:pPr>
            <a:r>
              <a:rPr lang="en-GB" sz="2400" kern="100" dirty="0">
                <a:latin typeface="Calibri" panose="020F0502020204030204" pitchFamily="34" charset="0"/>
                <a:ea typeface="Aptos" panose="020B0004020202020204" pitchFamily="34" charset="0"/>
                <a:cs typeface="Calibri" panose="020F0502020204030204" pitchFamily="34" charset="0"/>
              </a:rPr>
              <a:t>Greater variability in the data</a:t>
            </a:r>
            <a:endParaRPr lang="en-US" sz="2400" kern="100" dirty="0">
              <a:latin typeface="Calibri" panose="020F0502020204030204" pitchFamily="34" charset="0"/>
              <a:ea typeface="Aptos" panose="020B0004020202020204" pitchFamily="34" charset="0"/>
              <a:cs typeface="Calibri" panose="020F0502020204030204" pitchFamily="34" charset="0"/>
            </a:endParaRPr>
          </a:p>
          <a:p>
            <a:pPr marL="1015644" lvl="1" indent="-507816" algn="just">
              <a:buFont typeface="Symbol" pitchFamily="2" charset="2"/>
              <a:buChar char=""/>
            </a:pPr>
            <a:r>
              <a:rPr lang="en-GB" sz="2400" kern="100" dirty="0">
                <a:latin typeface="Calibri" panose="020F0502020204030204" pitchFamily="34" charset="0"/>
                <a:ea typeface="Aptos" panose="020B0004020202020204" pitchFamily="34" charset="0"/>
                <a:cs typeface="Calibri" panose="020F0502020204030204" pitchFamily="34" charset="0"/>
              </a:rPr>
              <a:t>More degrees of freedom</a:t>
            </a:r>
            <a:endParaRPr lang="en-US" sz="2400" kern="100" dirty="0">
              <a:latin typeface="Calibri" panose="020F0502020204030204" pitchFamily="34" charset="0"/>
              <a:ea typeface="Aptos" panose="020B0004020202020204" pitchFamily="34" charset="0"/>
              <a:cs typeface="Calibri" panose="020F0502020204030204" pitchFamily="34" charset="0"/>
            </a:endParaRPr>
          </a:p>
          <a:p>
            <a:pPr algn="just"/>
            <a:r>
              <a:rPr lang="en-GB" sz="2400" kern="100" dirty="0">
                <a:latin typeface="Calibri" panose="020F0502020204030204" pitchFamily="34" charset="0"/>
                <a:ea typeface="Aptos" panose="020B0004020202020204" pitchFamily="34" charset="0"/>
                <a:cs typeface="Calibri" panose="020F0502020204030204" pitchFamily="34" charset="0"/>
              </a:rPr>
              <a:t>These features can improve the precision and efficiency of statistical estimation and increase the ability to detect meaningful relationships among variables.</a:t>
            </a:r>
          </a:p>
        </p:txBody>
      </p:sp>
      <p:sp>
        <p:nvSpPr>
          <p:cNvPr id="15" name="TextBox 14">
            <a:extLst>
              <a:ext uri="{FF2B5EF4-FFF2-40B4-BE49-F238E27FC236}">
                <a16:creationId xmlns:a16="http://schemas.microsoft.com/office/drawing/2014/main" id="{64947851-CF0A-682D-A795-E8246F9A004B}"/>
              </a:ext>
            </a:extLst>
          </p:cNvPr>
          <p:cNvSpPr txBox="1"/>
          <p:nvPr/>
        </p:nvSpPr>
        <p:spPr>
          <a:xfrm>
            <a:off x="6339178" y="7172448"/>
            <a:ext cx="5453807" cy="6740307"/>
          </a:xfrm>
          <a:prstGeom prst="rect">
            <a:avLst/>
          </a:prstGeom>
          <a:noFill/>
        </p:spPr>
        <p:txBody>
          <a:bodyPr wrap="square">
            <a:spAutoFit/>
          </a:bodyPr>
          <a:lstStyle/>
          <a:p>
            <a:r>
              <a:rPr lang="en-GB" sz="2400" b="1" kern="100" dirty="0">
                <a:latin typeface="Calibri" panose="020F0502020204030204" pitchFamily="34" charset="0"/>
                <a:ea typeface="Aptos" panose="020B0004020202020204" pitchFamily="34" charset="0"/>
                <a:cs typeface="Calibri" panose="020F0502020204030204" pitchFamily="34" charset="0"/>
              </a:rPr>
              <a:t>4. Facilitates the study of dynamic behaviour</a:t>
            </a:r>
            <a:endParaRPr lang="en-US" sz="2400" kern="100" dirty="0">
              <a:latin typeface="Calibri" panose="020F0502020204030204" pitchFamily="34" charset="0"/>
              <a:ea typeface="Aptos" panose="020B0004020202020204" pitchFamily="34" charset="0"/>
              <a:cs typeface="Calibri" panose="020F0502020204030204" pitchFamily="34" charset="0"/>
            </a:endParaRPr>
          </a:p>
          <a:p>
            <a:pPr algn="just"/>
            <a:r>
              <a:rPr lang="en-GB" sz="2400" kern="100" dirty="0">
                <a:latin typeface="Calibri" panose="020F0502020204030204" pitchFamily="34" charset="0"/>
                <a:ea typeface="Aptos" panose="020B0004020202020204" pitchFamily="34" charset="0"/>
                <a:cs typeface="Calibri" panose="020F0502020204030204" pitchFamily="34" charset="0"/>
              </a:rPr>
              <a:t>Many economic, biological, financial and social processes evolve gradually rather than instantaneously. Panel data enables researchers to examine:</a:t>
            </a:r>
            <a:endParaRPr lang="en-US" sz="2400" kern="100" dirty="0">
              <a:latin typeface="Calibri" panose="020F0502020204030204" pitchFamily="34" charset="0"/>
              <a:ea typeface="Aptos" panose="020B0004020202020204" pitchFamily="34" charset="0"/>
              <a:cs typeface="Calibri" panose="020F0502020204030204" pitchFamily="34" charset="0"/>
            </a:endParaRPr>
          </a:p>
          <a:p>
            <a:pPr marL="1015644" lvl="1" indent="-507816" algn="just">
              <a:buFont typeface="Symbol" pitchFamily="2" charset="2"/>
              <a:buChar char=""/>
            </a:pPr>
            <a:r>
              <a:rPr lang="en-GB" sz="2400" kern="100" dirty="0">
                <a:latin typeface="Calibri" panose="020F0502020204030204" pitchFamily="34" charset="0"/>
                <a:ea typeface="Aptos" panose="020B0004020202020204" pitchFamily="34" charset="0"/>
                <a:cs typeface="Calibri" panose="020F0502020204030204" pitchFamily="34" charset="0"/>
              </a:rPr>
              <a:t>Adjustment processes</a:t>
            </a:r>
            <a:endParaRPr lang="en-US" sz="2400" kern="100" dirty="0">
              <a:latin typeface="Calibri" panose="020F0502020204030204" pitchFamily="34" charset="0"/>
              <a:ea typeface="Aptos" panose="020B0004020202020204" pitchFamily="34" charset="0"/>
              <a:cs typeface="Calibri" panose="020F0502020204030204" pitchFamily="34" charset="0"/>
            </a:endParaRPr>
          </a:p>
          <a:p>
            <a:pPr marL="1015644" lvl="1" indent="-507816" algn="just">
              <a:buFont typeface="Symbol" pitchFamily="2" charset="2"/>
              <a:buChar char=""/>
            </a:pPr>
            <a:r>
              <a:rPr lang="en-GB" sz="2400" kern="100" dirty="0">
                <a:latin typeface="Calibri" panose="020F0502020204030204" pitchFamily="34" charset="0"/>
                <a:ea typeface="Aptos" panose="020B0004020202020204" pitchFamily="34" charset="0"/>
                <a:cs typeface="Calibri" panose="020F0502020204030204" pitchFamily="34" charset="0"/>
              </a:rPr>
              <a:t>Persistence of behaviour</a:t>
            </a:r>
            <a:endParaRPr lang="en-US" sz="2400" kern="100" dirty="0">
              <a:latin typeface="Calibri" panose="020F0502020204030204" pitchFamily="34" charset="0"/>
              <a:ea typeface="Aptos" panose="020B0004020202020204" pitchFamily="34" charset="0"/>
              <a:cs typeface="Calibri" panose="020F0502020204030204" pitchFamily="34" charset="0"/>
            </a:endParaRPr>
          </a:p>
          <a:p>
            <a:pPr marL="1015644" lvl="1" indent="-507816" algn="just">
              <a:buFont typeface="Symbol" pitchFamily="2" charset="2"/>
              <a:buChar char=""/>
            </a:pPr>
            <a:r>
              <a:rPr lang="en-GB" sz="2400" kern="100" dirty="0">
                <a:latin typeface="Calibri" panose="020F0502020204030204" pitchFamily="34" charset="0"/>
                <a:ea typeface="Aptos" panose="020B0004020202020204" pitchFamily="34" charset="0"/>
                <a:cs typeface="Calibri" panose="020F0502020204030204" pitchFamily="34" charset="0"/>
              </a:rPr>
              <a:t>Lagged effects</a:t>
            </a:r>
            <a:endParaRPr lang="en-US" sz="2400" kern="100" dirty="0">
              <a:latin typeface="Calibri" panose="020F0502020204030204" pitchFamily="34" charset="0"/>
              <a:ea typeface="Aptos" panose="020B0004020202020204" pitchFamily="34" charset="0"/>
              <a:cs typeface="Calibri" panose="020F0502020204030204" pitchFamily="34" charset="0"/>
            </a:endParaRPr>
          </a:p>
          <a:p>
            <a:pPr marL="1015644" lvl="1" indent="-507816" algn="just">
              <a:buFont typeface="Symbol" pitchFamily="2" charset="2"/>
              <a:buChar char=""/>
            </a:pPr>
            <a:r>
              <a:rPr lang="en-GB" sz="2400" kern="100" dirty="0">
                <a:latin typeface="Calibri" panose="020F0502020204030204" pitchFamily="34" charset="0"/>
                <a:ea typeface="Aptos" panose="020B0004020202020204" pitchFamily="34" charset="0"/>
                <a:cs typeface="Calibri" panose="020F0502020204030204" pitchFamily="34" charset="0"/>
              </a:rPr>
              <a:t>Dynamic relationships</a:t>
            </a:r>
            <a:endParaRPr lang="en-US" sz="2400" kern="100" dirty="0">
              <a:latin typeface="Calibri" panose="020F0502020204030204" pitchFamily="34" charset="0"/>
              <a:ea typeface="Aptos" panose="020B0004020202020204" pitchFamily="34" charset="0"/>
              <a:cs typeface="Calibri" panose="020F0502020204030204" pitchFamily="34" charset="0"/>
            </a:endParaRPr>
          </a:p>
          <a:p>
            <a:pPr algn="just"/>
            <a:r>
              <a:rPr lang="en-GB" sz="2400" kern="100" dirty="0">
                <a:latin typeface="Calibri" panose="020F0502020204030204" pitchFamily="34" charset="0"/>
                <a:ea typeface="Aptos" panose="020B0004020202020204" pitchFamily="34" charset="0"/>
                <a:cs typeface="Calibri" panose="020F0502020204030204" pitchFamily="34" charset="0"/>
              </a:rPr>
              <a:t>For example, researchers can investigate how banks adjust their capital ratios following regulatory changes, how firms respond to economic shocks over time, how patients recover after medical treatment, how students’ academic performance changes throughout their schooling.</a:t>
            </a:r>
            <a:endParaRPr lang="en-US" sz="2400" kern="100" dirty="0">
              <a:latin typeface="Calibri" panose="020F0502020204030204" pitchFamily="34" charset="0"/>
              <a:ea typeface="Aptos" panose="020B000402020202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F5D470D6-FA58-26A7-0172-77A0A13FC6CA}"/>
              </a:ext>
            </a:extLst>
          </p:cNvPr>
          <p:cNvSpPr txBox="1"/>
          <p:nvPr/>
        </p:nvSpPr>
        <p:spPr>
          <a:xfrm>
            <a:off x="6339178" y="14351323"/>
            <a:ext cx="5395239" cy="3416320"/>
          </a:xfrm>
          <a:prstGeom prst="rect">
            <a:avLst/>
          </a:prstGeom>
          <a:ln w="57150"/>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b="1" dirty="0">
                <a:latin typeface="Calibri" panose="020F0502020204030204" pitchFamily="34" charset="0"/>
                <a:cs typeface="Calibri" panose="020F0502020204030204" pitchFamily="34" charset="0"/>
              </a:rPr>
              <a:t>Detailed discussions of the advantages of panel data are available in the following sources:</a:t>
            </a:r>
          </a:p>
          <a:p>
            <a:pPr marL="558444" indent="-507816">
              <a:buFont typeface="Symbol" pitchFamily="2" charset="2"/>
              <a:buChar char=""/>
            </a:pPr>
            <a:r>
              <a:rPr lang="en-GB" sz="2400" kern="100" dirty="0">
                <a:solidFill>
                  <a:schemeClr val="tx1"/>
                </a:solidFill>
                <a:latin typeface="Calibri" panose="020F0502020204030204" pitchFamily="34" charset="0"/>
                <a:cs typeface="Calibri" panose="020F0502020204030204" pitchFamily="34" charset="0"/>
              </a:rPr>
              <a:t>Hsiao, C. (2022). </a:t>
            </a:r>
            <a:r>
              <a:rPr lang="en-GB" sz="2400" i="1" kern="100" dirty="0">
                <a:solidFill>
                  <a:schemeClr val="tx1"/>
                </a:solidFill>
                <a:latin typeface="Calibri" panose="020F0502020204030204" pitchFamily="34" charset="0"/>
                <a:cs typeface="Calibri" panose="020F0502020204030204" pitchFamily="34" charset="0"/>
              </a:rPr>
              <a:t>Analysis of Panel Data </a:t>
            </a:r>
            <a:r>
              <a:rPr lang="en-GB" sz="2400" kern="100" dirty="0">
                <a:solidFill>
                  <a:schemeClr val="tx1"/>
                </a:solidFill>
                <a:latin typeface="Calibri" panose="020F0502020204030204" pitchFamily="34" charset="0"/>
                <a:cs typeface="Calibri" panose="020F0502020204030204" pitchFamily="34" charset="0"/>
              </a:rPr>
              <a:t>(4th ed.). Cambridge University Press.</a:t>
            </a:r>
          </a:p>
          <a:p>
            <a:pPr marL="558444" indent="-507816">
              <a:buFont typeface="Symbol" pitchFamily="2" charset="2"/>
              <a:buChar char=""/>
            </a:pPr>
            <a:r>
              <a:rPr lang="en-GB" sz="2400" dirty="0" err="1">
                <a:latin typeface="Calibri" panose="020F0502020204030204" pitchFamily="34" charset="0"/>
                <a:cs typeface="Calibri" panose="020F0502020204030204" pitchFamily="34" charset="0"/>
              </a:rPr>
              <a:t>Baltagi</a:t>
            </a:r>
            <a:r>
              <a:rPr lang="en-GB" sz="2400" dirty="0">
                <a:latin typeface="Calibri" panose="020F0502020204030204" pitchFamily="34" charset="0"/>
                <a:cs typeface="Calibri" panose="020F0502020204030204" pitchFamily="34" charset="0"/>
              </a:rPr>
              <a:t>, B. H (2021). </a:t>
            </a:r>
            <a:r>
              <a:rPr lang="en-GB" sz="2400" i="1" dirty="0">
                <a:latin typeface="Calibri" panose="020F0502020204030204" pitchFamily="34" charset="0"/>
                <a:cs typeface="Calibri" panose="020F0502020204030204" pitchFamily="34" charset="0"/>
              </a:rPr>
              <a:t>Econometric Analysis of Panel Data</a:t>
            </a:r>
            <a:r>
              <a:rPr lang="en-GB" sz="2400" dirty="0">
                <a:latin typeface="Calibri" panose="020F0502020204030204" pitchFamily="34" charset="0"/>
                <a:cs typeface="Calibri" panose="020F0502020204030204" pitchFamily="34" charset="0"/>
              </a:rPr>
              <a:t> (</a:t>
            </a:r>
            <a:r>
              <a:rPr lang="en-GB" sz="2400" kern="100" dirty="0">
                <a:solidFill>
                  <a:schemeClr val="tx1"/>
                </a:solidFill>
                <a:latin typeface="Calibri" panose="020F0502020204030204" pitchFamily="34" charset="0"/>
                <a:cs typeface="Calibri" panose="020F0502020204030204" pitchFamily="34" charset="0"/>
              </a:rPr>
              <a:t>6th</a:t>
            </a:r>
            <a:r>
              <a:rPr lang="en-GB" sz="2400" dirty="0">
                <a:latin typeface="Calibri" panose="020F0502020204030204" pitchFamily="34" charset="0"/>
                <a:cs typeface="Calibri" panose="020F0502020204030204" pitchFamily="34" charset="0"/>
              </a:rPr>
              <a:t> ed.). Springer.</a:t>
            </a:r>
            <a:endParaRPr 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4486017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4178</TotalTime>
  <Words>410</Words>
  <Application>Microsoft Macintosh PowerPoint</Application>
  <PresentationFormat>Custom</PresentationFormat>
  <Paragraphs>35</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Aptos Display</vt:lpstr>
      <vt:lpstr>Arial</vt:lpstr>
      <vt:lpstr>Calibri</vt:lpstr>
      <vt:lpstr>Symbol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Waverley Paul</dc:creator>
  <cp:lastModifiedBy>Waverley Paul</cp:lastModifiedBy>
  <cp:revision>10</cp:revision>
  <dcterms:created xsi:type="dcterms:W3CDTF">2026-06-26T16:03:06Z</dcterms:created>
  <dcterms:modified xsi:type="dcterms:W3CDTF">2026-07-02T23:05:11Z</dcterms:modified>
</cp:coreProperties>
</file>