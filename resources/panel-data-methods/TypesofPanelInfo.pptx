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18288000" cy="2286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>
        <p:scale>
          <a:sx n="49" d="100"/>
          <a:sy n="49" d="100"/>
        </p:scale>
        <p:origin x="1944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741210"/>
            <a:ext cx="15544800" cy="7958667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12006793"/>
            <a:ext cx="13716000" cy="5519207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F7A9A-1557-6344-930E-B9977EE1B8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4C50-CAF5-8D4D-8850-7991B5CE5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409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F7A9A-1557-6344-930E-B9977EE1B8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4C50-CAF5-8D4D-8850-7991B5CE5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7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5699132"/>
            <a:ext cx="15773400" cy="9509123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15298215"/>
            <a:ext cx="15773400" cy="5000623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F7A9A-1557-6344-930E-B9977EE1B8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4C50-CAF5-8D4D-8850-7991B5CE5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31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6085417"/>
            <a:ext cx="77724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6085417"/>
            <a:ext cx="77724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F7A9A-1557-6344-930E-B9977EE1B8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4C50-CAF5-8D4D-8850-7991B5CE5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47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7088"/>
            <a:ext cx="15773400" cy="44185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5603877"/>
            <a:ext cx="7736680" cy="2746373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8350250"/>
            <a:ext cx="7736680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5603877"/>
            <a:ext cx="7774782" cy="2746373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8350250"/>
            <a:ext cx="7774782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F7A9A-1557-6344-930E-B9977EE1B8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4C50-CAF5-8D4D-8850-7991B5CE5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44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F7A9A-1557-6344-930E-B9977EE1B8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4C50-CAF5-8D4D-8850-7991B5CE5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4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F7A9A-1557-6344-930E-B9977EE1B8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4C50-CAF5-8D4D-8850-7991B5CE5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524000"/>
            <a:ext cx="5898356" cy="53340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3291421"/>
            <a:ext cx="9258300" cy="16245417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6858000"/>
            <a:ext cx="5898356" cy="12705293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F7A9A-1557-6344-930E-B9977EE1B8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4C50-CAF5-8D4D-8850-7991B5CE5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72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524000"/>
            <a:ext cx="5898356" cy="53340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3291421"/>
            <a:ext cx="9258300" cy="16245417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6858000"/>
            <a:ext cx="5898356" cy="12705293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F7A9A-1557-6344-930E-B9977EE1B8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4C50-CAF5-8D4D-8850-7991B5CE5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96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F7A9A-1557-6344-930E-B9977EE1B8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4C50-CAF5-8D4D-8850-7991B5CE5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08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1217083"/>
            <a:ext cx="3943350" cy="193727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1217083"/>
            <a:ext cx="11601450" cy="1937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F7A9A-1557-6344-930E-B9977EE1B8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E4C50-CAF5-8D4D-8850-7991B5CE5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29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1217088"/>
            <a:ext cx="15773400" cy="441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6085417"/>
            <a:ext cx="15773400" cy="1450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21187839"/>
            <a:ext cx="41148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2F7A9A-1557-6344-930E-B9977EE1B8DB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21187839"/>
            <a:ext cx="61722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21187839"/>
            <a:ext cx="41148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FE4C50-CAF5-8D4D-8850-7991B5CE5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8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88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Waverley Paul</dc:creator>
  <cp:lastModifiedBy>Waverley Paul</cp:lastModifiedBy>
  <cp:revision>2</cp:revision>
  <dcterms:created xsi:type="dcterms:W3CDTF">2026-07-06T22:52:42Z</dcterms:created>
  <dcterms:modified xsi:type="dcterms:W3CDTF">2026-07-06T22:55:21Z</dcterms:modified>
</cp:coreProperties>
</file>